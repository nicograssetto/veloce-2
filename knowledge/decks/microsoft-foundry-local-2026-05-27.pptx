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"Think 'embeddable LLM runtime', not 'mini Azure OpenAI'."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drivers are the buying signals when qualifying a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step 1, the model runs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learn.microsoft.com/azure/foundry-local (April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Foundry Local — On-device AI for Your Apps</dc:title>
  <dc:subject>PptxGenJS Presentation</dc:subject>
  <dc:creator>Veloce</dc:creator>
  <cp:lastModifiedBy>Veloce</cp:lastModifiedBy>
  <cp:revision>1</cp:revision>
  <dcterms:created xsi:type="dcterms:W3CDTF">2026-05-27T20:21:20Z</dcterms:created>
  <dcterms:modified xsi:type="dcterms:W3CDTF">2026-05-27T20:21:20Z</dcterms:modified>
</cp:coreProperties>
</file>